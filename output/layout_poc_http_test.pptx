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51" r:id="rId17"/>
  </p:sldMasterIdLst>
  <p:notesMasterIdLst>
    <p:notesMasterId r:id="rId18"/>
  </p:notesMasterIdLst>
  <p:handoutMasterIdLst>
    <p:handoutMasterId r:id="rId19"/>
  </p:handoutMasterIdLst>
  <p:sldIdLst>
    <p:sldId id="256" r:id="rId30"/>
  </p:sldIdLst>
  <p:sldSz cx="12192000" cy="6858000"/>
  <p:notesSz cx="6858000" cy="9144000"/>
  <p:embeddedFontLst>
    <p:embeddedFont>
      <p:font typeface="Proxima Nova" panose="02000506030000020004" pitchFamily="2" charset="0"/>
      <p:regular r:id="rId20"/>
      <p:bold r:id="rId21"/>
      <p:italic r:id="rId22"/>
      <p:boldItalic r:id="rId23"/>
    </p:embeddedFont>
  </p:embeddedFont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2FCB735-5E4C-A9FE-A872-A0258D11E5D4}" name="Holden Bale" initials="HB" userId="S::Holden.Bale@merkle.com::c531b602-7654-40f4-8096-c3b7319cdf73" providerId="AD"/>
  <p188:author id="{FDF5CC56-2E9D-6701-2B66-B63BAD1226DC}" name="Nicole Burguess" initials="NB" userId="S::Nicole.Burguess@merkle.com::1cb68f33-9216-4f37-aa21-b4650492fee1" providerId="AD"/>
  <p188:author id="{B8CF925A-9758-CB93-1D56-91092841DBFD}" name="Katherine Jones-Siemsen" initials="" userId="S::katherine.jonessiemsen@merkle.com::2e03eed6-ab36-40d0-88d8-2eb79c21f938" providerId="AD"/>
  <p188:author id="{6F87CDA6-2197-6957-A82D-B99877A517CC}" name="Holden Bale" initials="HB" userId="S::holden.bale@merkle.com::c531b602-7654-40f4-8096-c3b7319cdf73" providerId="AD"/>
  <p188:author id="{C39E03AD-66D9-CA27-DD7C-2114E44178B7}" name="Jennifer Coldiron" initials="JC" userId="S::Jennifer.Coldiron@merkle.com::a9aace83-3ff4-45f8-bd1f-b56969b3e51b" providerId="AD"/>
  <p188:author id="{122260B3-363F-4BA9-1955-1753C83BDB0E}" name="Kimberly Fisher" initials="" userId="S::Kimberly.Fisher@merkle.com::864d6e37-e64e-4f7d-a773-1af01d32820d" providerId="AD"/>
  <p188:author id="{04C65DB6-AFE0-C4BD-2CBC-20D0C6BC346E}" name="Vidhyarthi S" initials="VS" userId="S::vidhyarthi.s@merkle.com::563c65e5-d65f-4677-8aa6-57dd42c4d1a2" providerId="AD"/>
  <p188:author id="{CDA5F6B7-096B-F1CD-A4EB-A35ED3727E48}" name="Mel Ketchandji" initials="MK" userId="S::mel.ketchandji@merklecxm.com::459acf37-907c-4efe-938f-7a04993a3eaa" providerId="AD"/>
  <p188:author id="{77F729CC-204E-C5D0-D138-1054A84541DB}" name="Lindsey Murray" initials="LM" userId="S::lindsey.murray@merkle.com::468cb5d1-f0a4-48b8-82ad-957063689cb0" providerId="AD"/>
  <p188:author id="{8756E1CE-2660-3E17-9BB9-D517D62C312E}" name="Jennifer Coldiron" initials="JC" userId="S::jennifer.coldiron@merklecxm.com::a9aace83-3ff4-45f8-bd1f-b56969b3e51b" providerId="AD"/>
  <p188:author id="{914E52CF-953F-DF0A-99AA-72DEFC5A8773}" name="Lindsey Murray" initials="LM" userId="S::Lindsey.Murray@merkle.com::468cb5d1-f0a4-48b8-82ad-957063689cb0" providerId="AD"/>
  <p188:author id="{39ADA3E5-C12F-1243-3E69-4F8CACF4E46B}" name="Mel Ketchandji" initials="MK" userId="S::mel.ketchandji@merkle.com::459acf37-907c-4efe-938f-7a04993a3eaa" providerId="AD"/>
  <p188:author id="{320550F2-799F-B69D-8074-CCDD2CCEA80D}" name="Charles van Caloen" initials="Cv" userId="S::Charles.Vancaloen@b2binternational.com::7c6a4315-c604-4c95-8801-aa30c01cc1f5" providerId="AD"/>
  <p188:author id="{B62FECFA-3509-759D-112F-870FECCF081A}" name="Kaylie Beckley" initials="" userId="S::Kaylie.Beckley@merkle.com::58827693-7ffd-4b5a-afc7-e5b001f0132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it Reuble" initials="GR" lastIdx="8" clrIdx="0">
    <p:extLst>
      <p:ext uri="{19B8F6BF-5375-455C-9EA6-DF929625EA0E}">
        <p15:presenceInfo xmlns:p15="http://schemas.microsoft.com/office/powerpoint/2012/main" userId="S::greuble@merkleinc.com::1cd1ef0a-6f3d-44d2-b08b-13eb711dd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3039"/>
    <a:srgbClr val="0328D1"/>
    <a:srgbClr val="031FA3"/>
    <a:srgbClr val="0391F2"/>
    <a:srgbClr val="D5D5DF"/>
    <a:srgbClr val="030E49"/>
    <a:srgbClr val="0291F0"/>
    <a:srgbClr val="8888A1"/>
    <a:srgbClr val="000033"/>
    <a:srgbClr val="0416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5"/>
    <p:restoredTop sz="94711"/>
  </p:normalViewPr>
  <p:slideViewPr>
    <p:cSldViewPr snapToGrid="0">
      <p:cViewPr varScale="1">
        <p:scale>
          <a:sx n="116" d="100"/>
          <a:sy n="116" d="100"/>
        </p:scale>
        <p:origin x="792" y="192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slideMaster" Target="slideMasters/slideMaster1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8/10/relationships/authors" Target="authors.xml"/><Relationship Id="rId30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Sample Metrics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Sample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Familiarity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61.0</c:v>
                </c:pt>
                <c:pt idx="1">
                  <c:v>42.0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B731AF-AEA3-CC40-BFAA-5CC9758FC0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20B76-C951-C08D-9CC0-1DF4B94DE3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7B20D-4B9A-0B23-7398-D557F3709F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7AEEF-324F-474E-80D9-450D94E3A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58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j-lt"/>
              </a:defRPr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j-lt"/>
              </a:defRPr>
            </a:lvl1pPr>
          </a:lstStyle>
          <a:p>
            <a:fld id="{5B48345A-856D-4626-95BD-B96C1384D864}" type="datetimeFigureOut">
              <a:rPr lang="da-DK" smtClean="0"/>
              <a:pPr/>
              <a:t>09.06.2026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j-lt"/>
              </a:defRPr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j-lt"/>
              </a:defRPr>
            </a:lvl1pPr>
          </a:lstStyle>
          <a:p>
            <a:fld id="{D85AD6AD-028C-42F2-9F9A-0CB45E44CB25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8989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j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j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j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j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j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EAC907-F59B-B9B6-95C0-82330A9781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113FBD2-393A-2E4A-A8AB-45F368B8C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dirty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 00, 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55557A-4A15-1400-45F4-6C5658F1FFF5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332794B-3426-A6FF-7904-E2CD96FA2D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0CCC968-732A-C119-AB2B-8E4ECB9631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452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4B3C1D-068A-7379-ABBE-192981F59C35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7" name="Picture 6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506969F5-ADEC-B44E-47F5-1066D3C379C3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dirty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B74312-9F4F-6B46-8C12-AD998C1F3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3CE22AD-41AE-BB99-8CE6-6E3E84866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BF09FC-180F-E29A-7A91-1C442C3EC016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236A869-04E1-3878-AD99-89339143F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25594D8-D3CE-ECC4-A0B1-D8D532BF3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52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125187-8ABF-297F-4A0C-0C776D86858E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4" name="Picture 3" descr="A close up of a crystal&#10;&#10;Description automatically generated">
            <a:extLst>
              <a:ext uri="{FF2B5EF4-FFF2-40B4-BE49-F238E27FC236}">
                <a16:creationId xmlns:a16="http://schemas.microsoft.com/office/drawing/2014/main" id="{2410A003-B644-4A74-49AF-2FBF7573B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dirty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4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009EE5-8318-57AF-CAFA-3F10883CC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3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EAD708F-F6C6-EE02-0A4A-660B573223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4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8ECA3B-CFD3-A2E6-5A2D-0128B6634369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80F0CB-B009-C3E2-543B-146A609345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DD7CB60-82BC-BB4C-BC2B-41911FF1A5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1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9B2BC9-DE54-0166-1F24-4CBB8C07C86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6DCF780F-80F9-51BE-CE81-C818AF10A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0518"/>
            <a:ext cx="12192000" cy="51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dirty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F3753E-AAD3-BFAA-F724-9A60053E23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E88FC64-C2BF-6FC5-A172-441256DE6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0A2EAE-7222-9761-9418-3316BA63F198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972A630-63EB-CB8B-B0D5-79C14C540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8938FEE-80EE-7939-D67A-27E928B8CA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825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9A5A2F-20B5-F28C-3CE4-6A12E0409F51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6E0F0CC-0C1B-E198-1E0B-76050D1E1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A9F6F69-5AFC-56BA-0C17-E81E467AA4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DA0AC2B-DA1A-6CF5-8E52-82921CC8C9A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1998" cy="6858003"/>
          </a:xfrm>
          <a:custGeom>
            <a:avLst/>
            <a:gdLst>
              <a:gd name="connsiteX0" fmla="*/ 897269 w 12191998"/>
              <a:gd name="connsiteY0" fmla="*/ 6431624 h 6858003"/>
              <a:gd name="connsiteX1" fmla="*/ 993331 w 12191998"/>
              <a:gd name="connsiteY1" fmla="*/ 6528588 h 6858003"/>
              <a:gd name="connsiteX2" fmla="*/ 993331 w 12191998"/>
              <a:gd name="connsiteY2" fmla="*/ 6431624 h 6858003"/>
              <a:gd name="connsiteX3" fmla="*/ 1516925 w 12191998"/>
              <a:gd name="connsiteY3" fmla="*/ 6389274 h 6858003"/>
              <a:gd name="connsiteX4" fmla="*/ 1596273 w 12191998"/>
              <a:gd name="connsiteY4" fmla="*/ 6389274 h 6858003"/>
              <a:gd name="connsiteX5" fmla="*/ 1612525 w 12191998"/>
              <a:gd name="connsiteY5" fmla="*/ 6393128 h 6858003"/>
              <a:gd name="connsiteX6" fmla="*/ 1617305 w 12191998"/>
              <a:gd name="connsiteY6" fmla="*/ 6404690 h 6858003"/>
              <a:gd name="connsiteX7" fmla="*/ 1612525 w 12191998"/>
              <a:gd name="connsiteY7" fmla="*/ 6417214 h 6858003"/>
              <a:gd name="connsiteX8" fmla="*/ 1596273 w 12191998"/>
              <a:gd name="connsiteY8" fmla="*/ 6421550 h 6858003"/>
              <a:gd name="connsiteX9" fmla="*/ 1516925 w 12191998"/>
              <a:gd name="connsiteY9" fmla="*/ 6421550 h 6858003"/>
              <a:gd name="connsiteX10" fmla="*/ 1715460 w 12191998"/>
              <a:gd name="connsiteY10" fmla="*/ 6353146 h 6858003"/>
              <a:gd name="connsiteX11" fmla="*/ 1715460 w 12191998"/>
              <a:gd name="connsiteY11" fmla="*/ 6528495 h 6858003"/>
              <a:gd name="connsiteX12" fmla="*/ 1752796 w 12191998"/>
              <a:gd name="connsiteY12" fmla="*/ 6528495 h 6858003"/>
              <a:gd name="connsiteX13" fmla="*/ 1752796 w 12191998"/>
              <a:gd name="connsiteY13" fmla="*/ 6463461 h 6858003"/>
              <a:gd name="connsiteX14" fmla="*/ 1779122 w 12191998"/>
              <a:gd name="connsiteY14" fmla="*/ 6440820 h 6858003"/>
              <a:gd name="connsiteX15" fmla="*/ 1843741 w 12191998"/>
              <a:gd name="connsiteY15" fmla="*/ 6528495 h 6858003"/>
              <a:gd name="connsiteX16" fmla="*/ 1887299 w 12191998"/>
              <a:gd name="connsiteY16" fmla="*/ 6528495 h 6858003"/>
              <a:gd name="connsiteX17" fmla="*/ 1805928 w 12191998"/>
              <a:gd name="connsiteY17" fmla="*/ 6417697 h 6858003"/>
              <a:gd name="connsiteX18" fmla="*/ 1881555 w 12191998"/>
              <a:gd name="connsiteY18" fmla="*/ 6353146 h 6858003"/>
              <a:gd name="connsiteX19" fmla="*/ 1829860 w 12191998"/>
              <a:gd name="connsiteY19" fmla="*/ 6353146 h 6858003"/>
              <a:gd name="connsiteX20" fmla="*/ 1752796 w 12191998"/>
              <a:gd name="connsiteY20" fmla="*/ 6418661 h 6858003"/>
              <a:gd name="connsiteX21" fmla="*/ 1752796 w 12191998"/>
              <a:gd name="connsiteY21" fmla="*/ 6353146 h 6858003"/>
              <a:gd name="connsiteX22" fmla="*/ 1480119 w 12191998"/>
              <a:gd name="connsiteY22" fmla="*/ 6353146 h 6858003"/>
              <a:gd name="connsiteX23" fmla="*/ 1480119 w 12191998"/>
              <a:gd name="connsiteY23" fmla="*/ 6528495 h 6858003"/>
              <a:gd name="connsiteX24" fmla="*/ 1516925 w 12191998"/>
              <a:gd name="connsiteY24" fmla="*/ 6528495 h 6858003"/>
              <a:gd name="connsiteX25" fmla="*/ 1516925 w 12191998"/>
              <a:gd name="connsiteY25" fmla="*/ 6456716 h 6858003"/>
              <a:gd name="connsiteX26" fmla="*/ 1577631 w 12191998"/>
              <a:gd name="connsiteY26" fmla="*/ 6456716 h 6858003"/>
              <a:gd name="connsiteX27" fmla="*/ 1623519 w 12191998"/>
              <a:gd name="connsiteY27" fmla="*/ 6528495 h 6858003"/>
              <a:gd name="connsiteX28" fmla="*/ 1665104 w 12191998"/>
              <a:gd name="connsiteY28" fmla="*/ 6528495 h 6858003"/>
              <a:gd name="connsiteX29" fmla="*/ 1619217 w 12191998"/>
              <a:gd name="connsiteY29" fmla="*/ 6454790 h 6858003"/>
              <a:gd name="connsiteX30" fmla="*/ 1645507 w 12191998"/>
              <a:gd name="connsiteY30" fmla="*/ 6435521 h 6858003"/>
              <a:gd name="connsiteX31" fmla="*/ 1655067 w 12191998"/>
              <a:gd name="connsiteY31" fmla="*/ 6404691 h 6858003"/>
              <a:gd name="connsiteX32" fmla="*/ 1637859 w 12191998"/>
              <a:gd name="connsiteY32" fmla="*/ 6365671 h 6858003"/>
              <a:gd name="connsiteX33" fmla="*/ 1596751 w 12191998"/>
              <a:gd name="connsiteY33" fmla="*/ 6353146 h 6858003"/>
              <a:gd name="connsiteX34" fmla="*/ 2127612 w 12191998"/>
              <a:gd name="connsiteY34" fmla="*/ 6352198 h 6858003"/>
              <a:gd name="connsiteX35" fmla="*/ 2127612 w 12191998"/>
              <a:gd name="connsiteY35" fmla="*/ 6528494 h 6858003"/>
              <a:gd name="connsiteX36" fmla="*/ 2297579 w 12191998"/>
              <a:gd name="connsiteY36" fmla="*/ 6528494 h 6858003"/>
              <a:gd name="connsiteX37" fmla="*/ 2297579 w 12191998"/>
              <a:gd name="connsiteY37" fmla="*/ 6493138 h 6858003"/>
              <a:gd name="connsiteX38" fmla="*/ 2164479 w 12191998"/>
              <a:gd name="connsiteY38" fmla="*/ 6493138 h 6858003"/>
              <a:gd name="connsiteX39" fmla="*/ 2164479 w 12191998"/>
              <a:gd name="connsiteY39" fmla="*/ 6452939 h 6858003"/>
              <a:gd name="connsiteX40" fmla="*/ 2246830 w 12191998"/>
              <a:gd name="connsiteY40" fmla="*/ 6452939 h 6858003"/>
              <a:gd name="connsiteX41" fmla="*/ 2246830 w 12191998"/>
              <a:gd name="connsiteY41" fmla="*/ 6417583 h 6858003"/>
              <a:gd name="connsiteX42" fmla="*/ 2164479 w 12191998"/>
              <a:gd name="connsiteY42" fmla="*/ 6417583 h 6858003"/>
              <a:gd name="connsiteX43" fmla="*/ 2164479 w 12191998"/>
              <a:gd name="connsiteY43" fmla="*/ 6388523 h 6858003"/>
              <a:gd name="connsiteX44" fmla="*/ 2290390 w 12191998"/>
              <a:gd name="connsiteY44" fmla="*/ 6388523 h 6858003"/>
              <a:gd name="connsiteX45" fmla="*/ 2290390 w 12191998"/>
              <a:gd name="connsiteY45" fmla="*/ 6352198 h 6858003"/>
              <a:gd name="connsiteX46" fmla="*/ 1930569 w 12191998"/>
              <a:gd name="connsiteY46" fmla="*/ 6352198 h 6858003"/>
              <a:gd name="connsiteX47" fmla="*/ 1930569 w 12191998"/>
              <a:gd name="connsiteY47" fmla="*/ 6528494 h 6858003"/>
              <a:gd name="connsiteX48" fmla="*/ 2087383 w 12191998"/>
              <a:gd name="connsiteY48" fmla="*/ 6528494 h 6858003"/>
              <a:gd name="connsiteX49" fmla="*/ 2087383 w 12191998"/>
              <a:gd name="connsiteY49" fmla="*/ 6493138 h 6858003"/>
              <a:gd name="connsiteX50" fmla="*/ 1967861 w 12191998"/>
              <a:gd name="connsiteY50" fmla="*/ 6493138 h 6858003"/>
              <a:gd name="connsiteX51" fmla="*/ 1967861 w 12191998"/>
              <a:gd name="connsiteY51" fmla="*/ 6352198 h 6858003"/>
              <a:gd name="connsiteX52" fmla="*/ 1265509 w 12191998"/>
              <a:gd name="connsiteY52" fmla="*/ 6352198 h 6858003"/>
              <a:gd name="connsiteX53" fmla="*/ 1265509 w 12191998"/>
              <a:gd name="connsiteY53" fmla="*/ 6528494 h 6858003"/>
              <a:gd name="connsiteX54" fmla="*/ 1435470 w 12191998"/>
              <a:gd name="connsiteY54" fmla="*/ 6528494 h 6858003"/>
              <a:gd name="connsiteX55" fmla="*/ 1435470 w 12191998"/>
              <a:gd name="connsiteY55" fmla="*/ 6493138 h 6858003"/>
              <a:gd name="connsiteX56" fmla="*/ 1302853 w 12191998"/>
              <a:gd name="connsiteY56" fmla="*/ 6493138 h 6858003"/>
              <a:gd name="connsiteX57" fmla="*/ 1302853 w 12191998"/>
              <a:gd name="connsiteY57" fmla="*/ 6452939 h 6858003"/>
              <a:gd name="connsiteX58" fmla="*/ 1385200 w 12191998"/>
              <a:gd name="connsiteY58" fmla="*/ 6452939 h 6858003"/>
              <a:gd name="connsiteX59" fmla="*/ 1385200 w 12191998"/>
              <a:gd name="connsiteY59" fmla="*/ 6417583 h 6858003"/>
              <a:gd name="connsiteX60" fmla="*/ 1302853 w 12191998"/>
              <a:gd name="connsiteY60" fmla="*/ 6417583 h 6858003"/>
              <a:gd name="connsiteX61" fmla="*/ 1302853 w 12191998"/>
              <a:gd name="connsiteY61" fmla="*/ 6388523 h 6858003"/>
              <a:gd name="connsiteX62" fmla="*/ 1428289 w 12191998"/>
              <a:gd name="connsiteY62" fmla="*/ 6388523 h 6858003"/>
              <a:gd name="connsiteX63" fmla="*/ 1428289 w 12191998"/>
              <a:gd name="connsiteY63" fmla="*/ 6352198 h 6858003"/>
              <a:gd name="connsiteX64" fmla="*/ 1030531 w 12191998"/>
              <a:gd name="connsiteY64" fmla="*/ 6352198 h 6858003"/>
              <a:gd name="connsiteX65" fmla="*/ 1030531 w 12191998"/>
              <a:gd name="connsiteY65" fmla="*/ 6529014 h 6858003"/>
              <a:gd name="connsiteX66" fmla="*/ 1067731 w 12191998"/>
              <a:gd name="connsiteY66" fmla="*/ 6529014 h 6858003"/>
              <a:gd name="connsiteX67" fmla="*/ 1067731 w 12191998"/>
              <a:gd name="connsiteY67" fmla="*/ 6423970 h 6858003"/>
              <a:gd name="connsiteX68" fmla="*/ 1123532 w 12191998"/>
              <a:gd name="connsiteY68" fmla="*/ 6480295 h 6858003"/>
              <a:gd name="connsiteX69" fmla="*/ 1179333 w 12191998"/>
              <a:gd name="connsiteY69" fmla="*/ 6423970 h 6858003"/>
              <a:gd name="connsiteX70" fmla="*/ 1179333 w 12191998"/>
              <a:gd name="connsiteY70" fmla="*/ 6529014 h 6858003"/>
              <a:gd name="connsiteX71" fmla="*/ 1216533 w 12191998"/>
              <a:gd name="connsiteY71" fmla="*/ 6529014 h 6858003"/>
              <a:gd name="connsiteX72" fmla="*/ 1216533 w 12191998"/>
              <a:gd name="connsiteY72" fmla="*/ 6352198 h 6858003"/>
              <a:gd name="connsiteX73" fmla="*/ 1196756 w 12191998"/>
              <a:gd name="connsiteY73" fmla="*/ 6352198 h 6858003"/>
              <a:gd name="connsiteX74" fmla="*/ 1124003 w 12191998"/>
              <a:gd name="connsiteY74" fmla="*/ 6426584 h 6858003"/>
              <a:gd name="connsiteX75" fmla="*/ 1050308 w 12191998"/>
              <a:gd name="connsiteY75" fmla="*/ 6352198 h 6858003"/>
              <a:gd name="connsiteX76" fmla="*/ 0 w 12191998"/>
              <a:gd name="connsiteY76" fmla="*/ 0 h 6858003"/>
              <a:gd name="connsiteX77" fmla="*/ 12191998 w 12191998"/>
              <a:gd name="connsiteY77" fmla="*/ 0 h 6858003"/>
              <a:gd name="connsiteX78" fmla="*/ 12191998 w 12191998"/>
              <a:gd name="connsiteY78" fmla="*/ 6858003 h 6858003"/>
              <a:gd name="connsiteX79" fmla="*/ 0 w 12191998"/>
              <a:gd name="connsiteY79" fmla="*/ 6858003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2191998" h="6858003">
                <a:moveTo>
                  <a:pt x="897269" y="6431624"/>
                </a:moveTo>
                <a:lnTo>
                  <a:pt x="993331" y="6528588"/>
                </a:lnTo>
                <a:lnTo>
                  <a:pt x="993331" y="6431624"/>
                </a:lnTo>
                <a:close/>
                <a:moveTo>
                  <a:pt x="1516925" y="6389274"/>
                </a:moveTo>
                <a:lnTo>
                  <a:pt x="1596273" y="6389274"/>
                </a:lnTo>
                <a:cubicBezTo>
                  <a:pt x="1603443" y="6389274"/>
                  <a:pt x="1609179" y="6390720"/>
                  <a:pt x="1612525" y="6393128"/>
                </a:cubicBezTo>
                <a:cubicBezTo>
                  <a:pt x="1615871" y="6396019"/>
                  <a:pt x="1617305" y="6399872"/>
                  <a:pt x="1617305" y="6404690"/>
                </a:cubicBezTo>
                <a:cubicBezTo>
                  <a:pt x="1617305" y="6409025"/>
                  <a:pt x="1615871" y="6412879"/>
                  <a:pt x="1612525" y="6417214"/>
                </a:cubicBezTo>
                <a:cubicBezTo>
                  <a:pt x="1609179" y="6420105"/>
                  <a:pt x="1603921" y="6421550"/>
                  <a:pt x="1596273" y="6421550"/>
                </a:cubicBezTo>
                <a:lnTo>
                  <a:pt x="1516925" y="6421550"/>
                </a:lnTo>
                <a:close/>
                <a:moveTo>
                  <a:pt x="1715460" y="6353146"/>
                </a:moveTo>
                <a:lnTo>
                  <a:pt x="1715460" y="6528495"/>
                </a:lnTo>
                <a:lnTo>
                  <a:pt x="1752796" y="6528495"/>
                </a:lnTo>
                <a:lnTo>
                  <a:pt x="1752796" y="6463461"/>
                </a:lnTo>
                <a:lnTo>
                  <a:pt x="1779122" y="6440820"/>
                </a:lnTo>
                <a:lnTo>
                  <a:pt x="1843741" y="6528495"/>
                </a:lnTo>
                <a:lnTo>
                  <a:pt x="1887299" y="6528495"/>
                </a:lnTo>
                <a:lnTo>
                  <a:pt x="1805928" y="6417697"/>
                </a:lnTo>
                <a:lnTo>
                  <a:pt x="1881555" y="6353146"/>
                </a:lnTo>
                <a:lnTo>
                  <a:pt x="1829860" y="6353146"/>
                </a:lnTo>
                <a:lnTo>
                  <a:pt x="1752796" y="6418661"/>
                </a:lnTo>
                <a:lnTo>
                  <a:pt x="1752796" y="6353146"/>
                </a:lnTo>
                <a:close/>
                <a:moveTo>
                  <a:pt x="1480119" y="6353146"/>
                </a:moveTo>
                <a:lnTo>
                  <a:pt x="1480119" y="6528495"/>
                </a:lnTo>
                <a:lnTo>
                  <a:pt x="1516925" y="6528495"/>
                </a:lnTo>
                <a:lnTo>
                  <a:pt x="1516925" y="6456716"/>
                </a:lnTo>
                <a:lnTo>
                  <a:pt x="1577631" y="6456716"/>
                </a:lnTo>
                <a:lnTo>
                  <a:pt x="1623519" y="6528495"/>
                </a:lnTo>
                <a:lnTo>
                  <a:pt x="1665104" y="6528495"/>
                </a:lnTo>
                <a:lnTo>
                  <a:pt x="1619217" y="6454790"/>
                </a:lnTo>
                <a:cubicBezTo>
                  <a:pt x="1630211" y="6450936"/>
                  <a:pt x="1638814" y="6444674"/>
                  <a:pt x="1645507" y="6435521"/>
                </a:cubicBezTo>
                <a:cubicBezTo>
                  <a:pt x="1651721" y="6426368"/>
                  <a:pt x="1655067" y="6416252"/>
                  <a:pt x="1655067" y="6404691"/>
                </a:cubicBezTo>
                <a:cubicBezTo>
                  <a:pt x="1655067" y="6387830"/>
                  <a:pt x="1649331" y="6374824"/>
                  <a:pt x="1637859" y="6365671"/>
                </a:cubicBezTo>
                <a:cubicBezTo>
                  <a:pt x="1627343" y="6357482"/>
                  <a:pt x="1613959" y="6353146"/>
                  <a:pt x="1596751" y="6353146"/>
                </a:cubicBezTo>
                <a:close/>
                <a:moveTo>
                  <a:pt x="2127612" y="6352198"/>
                </a:moveTo>
                <a:lnTo>
                  <a:pt x="2127612" y="6528494"/>
                </a:lnTo>
                <a:lnTo>
                  <a:pt x="2297579" y="6528494"/>
                </a:lnTo>
                <a:lnTo>
                  <a:pt x="2297579" y="6493138"/>
                </a:lnTo>
                <a:lnTo>
                  <a:pt x="2164479" y="6493138"/>
                </a:lnTo>
                <a:lnTo>
                  <a:pt x="2164479" y="6452939"/>
                </a:lnTo>
                <a:lnTo>
                  <a:pt x="2246830" y="6452939"/>
                </a:lnTo>
                <a:lnTo>
                  <a:pt x="2246830" y="6417583"/>
                </a:lnTo>
                <a:lnTo>
                  <a:pt x="2164479" y="6417583"/>
                </a:lnTo>
                <a:lnTo>
                  <a:pt x="2164479" y="6388523"/>
                </a:lnTo>
                <a:lnTo>
                  <a:pt x="2290390" y="6388523"/>
                </a:lnTo>
                <a:lnTo>
                  <a:pt x="2290390" y="6352198"/>
                </a:lnTo>
                <a:close/>
                <a:moveTo>
                  <a:pt x="1930569" y="6352198"/>
                </a:moveTo>
                <a:lnTo>
                  <a:pt x="1930569" y="6528494"/>
                </a:lnTo>
                <a:lnTo>
                  <a:pt x="2087383" y="6528494"/>
                </a:lnTo>
                <a:lnTo>
                  <a:pt x="2087383" y="6493138"/>
                </a:lnTo>
                <a:lnTo>
                  <a:pt x="1967861" y="6493138"/>
                </a:lnTo>
                <a:lnTo>
                  <a:pt x="1967861" y="6352198"/>
                </a:lnTo>
                <a:close/>
                <a:moveTo>
                  <a:pt x="1265509" y="6352198"/>
                </a:moveTo>
                <a:lnTo>
                  <a:pt x="1265509" y="6528494"/>
                </a:lnTo>
                <a:lnTo>
                  <a:pt x="1435470" y="6528494"/>
                </a:lnTo>
                <a:lnTo>
                  <a:pt x="1435470" y="6493138"/>
                </a:lnTo>
                <a:lnTo>
                  <a:pt x="1302853" y="6493138"/>
                </a:lnTo>
                <a:lnTo>
                  <a:pt x="1302853" y="6452939"/>
                </a:lnTo>
                <a:lnTo>
                  <a:pt x="1385200" y="6452939"/>
                </a:lnTo>
                <a:lnTo>
                  <a:pt x="1385200" y="6417583"/>
                </a:lnTo>
                <a:lnTo>
                  <a:pt x="1302853" y="6417583"/>
                </a:lnTo>
                <a:lnTo>
                  <a:pt x="1302853" y="6388523"/>
                </a:lnTo>
                <a:lnTo>
                  <a:pt x="1428289" y="6388523"/>
                </a:lnTo>
                <a:lnTo>
                  <a:pt x="1428289" y="6352198"/>
                </a:lnTo>
                <a:close/>
                <a:moveTo>
                  <a:pt x="1030531" y="6352198"/>
                </a:moveTo>
                <a:lnTo>
                  <a:pt x="1030531" y="6529014"/>
                </a:lnTo>
                <a:lnTo>
                  <a:pt x="1067731" y="6529014"/>
                </a:lnTo>
                <a:lnTo>
                  <a:pt x="1067731" y="6423970"/>
                </a:lnTo>
                <a:lnTo>
                  <a:pt x="1123532" y="6480295"/>
                </a:lnTo>
                <a:lnTo>
                  <a:pt x="1179333" y="6423970"/>
                </a:lnTo>
                <a:lnTo>
                  <a:pt x="1179333" y="6529014"/>
                </a:lnTo>
                <a:lnTo>
                  <a:pt x="1216533" y="6529014"/>
                </a:lnTo>
                <a:lnTo>
                  <a:pt x="1216533" y="6352198"/>
                </a:lnTo>
                <a:lnTo>
                  <a:pt x="1196756" y="6352198"/>
                </a:lnTo>
                <a:lnTo>
                  <a:pt x="1124003" y="6426584"/>
                </a:lnTo>
                <a:lnTo>
                  <a:pt x="1050308" y="6352198"/>
                </a:ln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8003"/>
                </a:lnTo>
                <a:lnTo>
                  <a:pt x="0" y="6858003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dirty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964F60-0CB7-9971-C168-FCFDE0732C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70EF911-B422-12D3-FAAC-6ACB96518D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</p:spTree>
    <p:extLst>
      <p:ext uri="{BB962C8B-B14F-4D97-AF65-F5344CB8AC3E}">
        <p14:creationId xmlns:p14="http://schemas.microsoft.com/office/powerpoint/2010/main" val="296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0610D9-A343-A0A7-B0BD-71547EB1CADE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2D94023-5488-598F-9169-C6D19D7AA522}"/>
              </a:ext>
            </a:extLst>
          </p:cNvPr>
          <p:cNvSpPr/>
          <p:nvPr userDrawn="1"/>
        </p:nvSpPr>
        <p:spPr>
          <a:xfrm flipH="1">
            <a:off x="0" y="0"/>
            <a:ext cx="6933399" cy="6857999"/>
          </a:xfrm>
          <a:custGeom>
            <a:avLst/>
            <a:gdLst>
              <a:gd name="connsiteX0" fmla="*/ 6933399 w 6933399"/>
              <a:gd name="connsiteY0" fmla="*/ 0 h 6857999"/>
              <a:gd name="connsiteX1" fmla="*/ 0 w 6933399"/>
              <a:gd name="connsiteY1" fmla="*/ 0 h 6857999"/>
              <a:gd name="connsiteX2" fmla="*/ 1190078 w 6933399"/>
              <a:gd name="connsiteY2" fmla="*/ 6857999 h 6857999"/>
              <a:gd name="connsiteX3" fmla="*/ 6933399 w 6933399"/>
              <a:gd name="connsiteY3" fmla="*/ 6857999 h 6857999"/>
              <a:gd name="connsiteX4" fmla="*/ 6933399 w 6933399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3399" h="6857999">
                <a:moveTo>
                  <a:pt x="6933399" y="0"/>
                </a:moveTo>
                <a:lnTo>
                  <a:pt x="0" y="0"/>
                </a:lnTo>
                <a:lnTo>
                  <a:pt x="1190078" y="6857999"/>
                </a:lnTo>
                <a:lnTo>
                  <a:pt x="6933399" y="6857999"/>
                </a:lnTo>
                <a:lnTo>
                  <a:pt x="693339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37750C2-2CFC-FA5F-F089-5D7BE482E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dirty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BA3374-EAA1-50C0-C7EA-49D0566FE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104931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C8FBE8DB-5027-C4D6-0A1F-6C57A886A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104931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761D30-2E65-16C9-900D-52341B68847B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638B0F6-7E27-F480-F961-848E33FC2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338C327-541D-059F-4FA7-BC4C86213B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512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6FAC30-37D0-2A31-92EC-DDB649D9182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3EDD5D33-1863-491B-BF03-502056AF26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78324" y="0"/>
            <a:ext cx="5513676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dirty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C419B7-C447-D270-BE9E-FCE60CA674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372059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0773FED-138B-073C-AAB6-722D3F1475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372059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8993E1-6EAB-7E41-AA6A-50B7D5F12432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7B02FEB-149E-9A9F-E99A-E16C24B5DE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027D52B-8CEC-ACD4-9B1C-2768494AA3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85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467A25-6525-DEF0-6E9C-88EB741150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F3087F-EC64-F7D2-2A63-A07B6B42CC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298"/>
          <a:stretch/>
        </p:blipFill>
        <p:spPr>
          <a:xfrm rot="5400000">
            <a:off x="4897244" y="-436756"/>
            <a:ext cx="6858000" cy="77315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B7483D9C-A8AF-28C7-C2E8-9E9C66A321E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FFDC0C2-9DB0-2E6F-9474-FD166AA82FB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1505EF2-9C4E-DB81-F431-F03DC000421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403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5B1102-0EBD-E982-3358-18916BADB73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04512901-5206-5467-E6E2-1B836F7ACC2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9B836-2CF3-2B59-3C0F-7283E00BA955}"/>
              </a:ext>
            </a:extLst>
          </p:cNvPr>
          <p:cNvSpPr txBox="1"/>
          <p:nvPr userDrawn="1"/>
        </p:nvSpPr>
        <p:spPr>
          <a:xfrm>
            <a:off x="8122722" y="-4987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400"/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61D4772C-0237-9278-49C2-024DDD16DF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0BC871A-7FC5-1A88-E623-D1315B45B18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DD58B76-62E5-50A7-DD88-DDF61335B612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6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A10F1C-046F-1CBE-F91B-EB48F6346AC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8B13C15-A48B-B4D1-051D-3DA53D30DF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086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F5D0E0E-0A59-C262-2E84-D5250A85B9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1462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6CAC3CE-CD4C-55F2-634E-4DFD4B911B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35756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54F1B20-8829-99ED-6527-725F590FF7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35756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1C58B29-DBBD-6004-2842-DC8FF4B96C2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7655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A3F649A-0DCE-9785-3674-5452A110AE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37655" y="3770026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5083365-E602-C03D-64C8-E1AF47E5DE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35756" y="373203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545EFE3-FA36-364F-3506-16CBB25947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35756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DD445EE6-B934-7390-6760-4BFC0A0AC2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1447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82CAF8-782E-6B97-B6B0-0260DCE4F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731839"/>
            <a:ext cx="4049712" cy="840930"/>
          </a:xfrm>
        </p:spPr>
        <p:txBody>
          <a:bodyPr anchor="b"/>
          <a:lstStyle>
            <a:lvl1pPr marL="0" indent="0">
              <a:buNone/>
              <a:defRPr sz="1000" b="1" cap="all" spc="20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 sz="800" b="1"/>
            </a:lvl2pPr>
            <a:lvl3pPr marL="914400" indent="0">
              <a:buNone/>
              <a:defRPr sz="800" b="1"/>
            </a:lvl3pPr>
            <a:lvl4pPr marL="1371600" indent="0">
              <a:buNone/>
              <a:defRPr sz="800" b="1"/>
            </a:lvl4pPr>
            <a:lvl5pPr marL="1828800" indent="0">
              <a:buNone/>
              <a:defRPr sz="800" b="1"/>
            </a:lvl5pPr>
          </a:lstStyle>
          <a:p>
            <a:pPr lvl="0"/>
            <a:r>
              <a:rPr lang="en-US"/>
              <a:t>MEET THE TEAM</a:t>
            </a:r>
          </a:p>
        </p:txBody>
      </p:sp>
    </p:spTree>
    <p:extLst>
      <p:ext uri="{BB962C8B-B14F-4D97-AF65-F5344CB8AC3E}">
        <p14:creationId xmlns:p14="http://schemas.microsoft.com/office/powerpoint/2010/main" val="77082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6FD4A-8DEC-4288-31FC-E11FAEAEB87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3093CCE-368A-239E-8D3F-6FCA13314FC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1"/>
            <a:ext cx="6448678" cy="6857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15C76-9273-44CE-603F-F4A10C34A65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86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519A66-EB16-1A1C-E787-A898E82A40F2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FCFFBCBA-0559-328A-A56A-19158E195F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1E1F5A4-4FDE-935B-A4FD-B4C29343FA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B53C9B-EBD3-5ABA-2E39-0B9E964BA2B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89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02C4C0-6AF4-A751-D91A-FC5F17759A5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3A8CA6DA-F5A8-713D-4994-D03AAE9DB1DE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20BAF10-7045-56DD-9CD8-14C315EB5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86E32514-7374-FBA6-E3BA-B1F5A00FDC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FC621CF-7D6E-189D-DB48-B3B57464B4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ABC6638-711B-F07F-BEC7-E4FC3B5EF3C9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8503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crystal&#10;&#10;Description automatically generated">
            <a:extLst>
              <a:ext uri="{FF2B5EF4-FFF2-40B4-BE49-F238E27FC236}">
                <a16:creationId xmlns:a16="http://schemas.microsoft.com/office/drawing/2014/main" id="{A1D1A869-B1B3-5954-7BA3-3805061FB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35316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651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0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8" name="Picture 7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91A43463-E247-52FD-0BBD-07F9DA95E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1812"/>
            <a:ext cx="12188952" cy="51761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759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1928FC-79A3-190F-8F05-6BA96E237EBF}"/>
              </a:ext>
            </a:extLst>
          </p:cNvPr>
          <p:cNvSpPr/>
          <p:nvPr userDrawn="1"/>
        </p:nvSpPr>
        <p:spPr>
          <a:xfrm rot="10800000" flipV="1">
            <a:off x="0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1776B3-790F-BFCC-B158-72F24BAAA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2657" t="10642" r="-3" b="13034"/>
          <a:stretch/>
        </p:blipFill>
        <p:spPr>
          <a:xfrm rot="5400000">
            <a:off x="6577010" y="1243014"/>
            <a:ext cx="6858001" cy="4371975"/>
          </a:xfrm>
          <a:prstGeom prst="rect">
            <a:avLst/>
          </a:prstGeom>
        </p:spPr>
      </p:pic>
      <p:grpSp>
        <p:nvGrpSpPr>
          <p:cNvPr id="10" name="Graphic 9">
            <a:extLst>
              <a:ext uri="{FF2B5EF4-FFF2-40B4-BE49-F238E27FC236}">
                <a16:creationId xmlns:a16="http://schemas.microsoft.com/office/drawing/2014/main" id="{62515DD1-8C1A-0C64-9E44-1E116A32E4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F89819-46B3-3107-41D5-6CAB71E77DFA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D660E8C-B871-6A95-F225-A5B539A04A70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450191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Texture, 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C4ADE0-0FB5-D047-00E9-C3F86508ACA3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1CAF3-AB05-F456-E3E0-86189F496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512" t="17473" r="-64" b="3447"/>
          <a:stretch/>
        </p:blipFill>
        <p:spPr>
          <a:xfrm rot="5400000" flipH="1">
            <a:off x="6947338" y="1613338"/>
            <a:ext cx="5065986" cy="5423338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10C1272F-E48D-13A6-C867-593EC65548C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FE6C87D-DA3E-6368-E300-E2A2D01BC13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B7481C0-6D1E-EF36-C613-3E7785AEF37A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CE20A1F-2047-7BC9-8B59-CED282DAA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3704236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2D6E5A-3F26-3F8D-C878-96A904D35C87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C216B-A8AC-384A-81FE-0ED05251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2407" b="4787"/>
          <a:stretch/>
        </p:blipFill>
        <p:spPr>
          <a:xfrm rot="5400000">
            <a:off x="6046075" y="712077"/>
            <a:ext cx="6858001" cy="5433849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72E8A13F-22E9-99BA-FAFF-672D279ABD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90E42D1-AA36-19D3-3286-A45AF96EE9A7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702E34B-F934-E630-C91C-37946469288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5064E94-0FC8-C479-67A7-81481582B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0853651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33162-B13D-704C-3524-E527FF5BEC09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83B8F5-18AE-B94A-82A0-B580840EFE63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 dirty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BF5F69-E10A-F6B1-3F95-D3C57AE277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3653832-9177-0922-2808-259E17057D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937172"/>
            <a:ext cx="9709484" cy="290049"/>
          </a:xfrm>
        </p:spPr>
        <p:txBody>
          <a:bodyPr lIns="137160" rIns="9144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bg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17E7EE1E-226D-38AF-361F-E567ED24DD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4A7307-B4FD-2762-B048-B46752517B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FB4FB2C-2043-7793-4C1D-1FCACAD624F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46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29B351B-52EF-CC43-0932-43B95E39A9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398" y="937172"/>
            <a:ext cx="9710927" cy="290049"/>
          </a:xfrm>
        </p:spPr>
        <p:txBody>
          <a:bodyPr lIns="137160" rIns="4572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D1596B-D4ED-3AE3-A9C3-CB2EDEB8D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868882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 dirty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2" name="Graphic 9">
            <a:extLst>
              <a:ext uri="{FF2B5EF4-FFF2-40B4-BE49-F238E27FC236}">
                <a16:creationId xmlns:a16="http://schemas.microsoft.com/office/drawing/2014/main" id="{766D62DE-CF40-057B-C7A1-7C1F85B1FCC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C29980B-38B0-E1FA-2321-A37FE238E4BE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6B6559D-DFD7-D3F6-073A-B30CA655B0F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605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32818-24CB-12AD-36F8-601D317ED98F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E72675-4E9E-486A-C051-C92449EE79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" y="0"/>
            <a:ext cx="12191997" cy="6858002"/>
          </a:xfrm>
          <a:custGeom>
            <a:avLst/>
            <a:gdLst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522773 w 12191997"/>
              <a:gd name="connsiteY3" fmla="*/ 6489534 h 6858002"/>
              <a:gd name="connsiteX4" fmla="*/ 522773 w 12191997"/>
              <a:gd name="connsiteY4" fmla="*/ 6626228 h 6858002"/>
              <a:gd name="connsiteX5" fmla="*/ 552231 w 12191997"/>
              <a:gd name="connsiteY5" fmla="*/ 6626228 h 6858002"/>
              <a:gd name="connsiteX6" fmla="*/ 552231 w 12191997"/>
              <a:gd name="connsiteY6" fmla="*/ 6544276 h 6858002"/>
              <a:gd name="connsiteX7" fmla="*/ 596420 w 12191997"/>
              <a:gd name="connsiteY7" fmla="*/ 6588218 h 6858002"/>
              <a:gd name="connsiteX8" fmla="*/ 640607 w 12191997"/>
              <a:gd name="connsiteY8" fmla="*/ 6544276 h 6858002"/>
              <a:gd name="connsiteX9" fmla="*/ 640607 w 12191997"/>
              <a:gd name="connsiteY9" fmla="*/ 6626228 h 6858002"/>
              <a:gd name="connsiteX10" fmla="*/ 668233 w 12191997"/>
              <a:gd name="connsiteY10" fmla="*/ 6626228 h 6858002"/>
              <a:gd name="connsiteX11" fmla="*/ 668233 w 12191997"/>
              <a:gd name="connsiteY11" fmla="*/ 6489534 h 6858002"/>
              <a:gd name="connsiteX12" fmla="*/ 653161 w 12191997"/>
              <a:gd name="connsiteY12" fmla="*/ 6489534 h 6858002"/>
              <a:gd name="connsiteX13" fmla="*/ 653160 w 12191997"/>
              <a:gd name="connsiteY13" fmla="*/ 6489534 h 6858002"/>
              <a:gd name="connsiteX14" fmla="*/ 596792 w 12191997"/>
              <a:gd name="connsiteY14" fmla="*/ 6546315 h 6858002"/>
              <a:gd name="connsiteX15" fmla="*/ 539693 w 12191997"/>
              <a:gd name="connsiteY15" fmla="*/ 6489534 h 6858002"/>
              <a:gd name="connsiteX16" fmla="*/ 419098 w 12191997"/>
              <a:gd name="connsiteY16" fmla="*/ 6489534 h 6858002"/>
              <a:gd name="connsiteX17" fmla="*/ 419098 w 12191997"/>
              <a:gd name="connsiteY17" fmla="*/ 6550172 h 6858002"/>
              <a:gd name="connsiteX18" fmla="*/ 417189 w 12191997"/>
              <a:gd name="connsiteY18" fmla="*/ 6550172 h 6858002"/>
              <a:gd name="connsiteX19" fmla="*/ 417190 w 12191997"/>
              <a:gd name="connsiteY19" fmla="*/ 6550173 h 6858002"/>
              <a:gd name="connsiteX20" fmla="*/ 419099 w 12191997"/>
              <a:gd name="connsiteY20" fmla="*/ 6552071 h 6858002"/>
              <a:gd name="connsiteX21" fmla="*/ 419098 w 12191997"/>
              <a:gd name="connsiteY21" fmla="*/ 6552071 h 6858002"/>
              <a:gd name="connsiteX22" fmla="*/ 419098 w 12191997"/>
              <a:gd name="connsiteY22" fmla="*/ 6626781 h 6858002"/>
              <a:gd name="connsiteX23" fmla="*/ 419099 w 12191997"/>
              <a:gd name="connsiteY23" fmla="*/ 662678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419099 w 12191997"/>
              <a:gd name="connsiteY28" fmla="*/ 6489534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489534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419099 w 12191997"/>
              <a:gd name="connsiteY30" fmla="*/ 6489534 h 6858002"/>
              <a:gd name="connsiteX31" fmla="*/ 0 w 12191997"/>
              <a:gd name="connsiteY31" fmla="*/ 0 h 6858002"/>
              <a:gd name="connsiteX32" fmla="*/ 12191997 w 12191997"/>
              <a:gd name="connsiteY32" fmla="*/ 0 h 6858002"/>
              <a:gd name="connsiteX33" fmla="*/ 12191997 w 12191997"/>
              <a:gd name="connsiteY33" fmla="*/ 6858002 h 6858002"/>
              <a:gd name="connsiteX34" fmla="*/ 0 w 12191997"/>
              <a:gd name="connsiteY34" fmla="*/ 6858002 h 6858002"/>
              <a:gd name="connsiteX35" fmla="*/ 0 w 12191997"/>
              <a:gd name="connsiteY35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0 w 12191997"/>
              <a:gd name="connsiteY30" fmla="*/ 0 h 6858002"/>
              <a:gd name="connsiteX31" fmla="*/ 12191997 w 12191997"/>
              <a:gd name="connsiteY31" fmla="*/ 0 h 6858002"/>
              <a:gd name="connsiteX32" fmla="*/ 12191997 w 12191997"/>
              <a:gd name="connsiteY32" fmla="*/ 6858002 h 6858002"/>
              <a:gd name="connsiteX33" fmla="*/ 0 w 12191997"/>
              <a:gd name="connsiteY33" fmla="*/ 6858002 h 6858002"/>
              <a:gd name="connsiteX34" fmla="*/ 0 w 12191997"/>
              <a:gd name="connsiteY34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552071 h 6858002"/>
              <a:gd name="connsiteX26" fmla="*/ 493259 w 12191997"/>
              <a:gd name="connsiteY26" fmla="*/ 6625821 h 6858002"/>
              <a:gd name="connsiteX27" fmla="*/ 493259 w 12191997"/>
              <a:gd name="connsiteY27" fmla="*/ 6550173 h 6858002"/>
              <a:gd name="connsiteX28" fmla="*/ 419099 w 12191997"/>
              <a:gd name="connsiteY28" fmla="*/ 6550173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33" fmla="*/ 0 w 12191997"/>
              <a:gd name="connsiteY33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0 w 12191997"/>
              <a:gd name="connsiteY28" fmla="*/ 0 h 6858002"/>
              <a:gd name="connsiteX29" fmla="*/ 12191997 w 12191997"/>
              <a:gd name="connsiteY29" fmla="*/ 0 h 6858002"/>
              <a:gd name="connsiteX30" fmla="*/ 12191997 w 12191997"/>
              <a:gd name="connsiteY30" fmla="*/ 6858002 h 6858002"/>
              <a:gd name="connsiteX31" fmla="*/ 0 w 12191997"/>
              <a:gd name="connsiteY31" fmla="*/ 6858002 h 6858002"/>
              <a:gd name="connsiteX32" fmla="*/ 0 w 12191997"/>
              <a:gd name="connsiteY32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191997" h="6858002">
                <a:moveTo>
                  <a:pt x="417190" y="6550173"/>
                </a:moveTo>
                <a:lnTo>
                  <a:pt x="419098" y="6550173"/>
                </a:lnTo>
                <a:lnTo>
                  <a:pt x="419098" y="6552070"/>
                </a:lnTo>
                <a:lnTo>
                  <a:pt x="417190" y="6550173"/>
                </a:lnTo>
                <a:close/>
                <a:moveTo>
                  <a:pt x="522773" y="6489534"/>
                </a:moveTo>
                <a:lnTo>
                  <a:pt x="522773" y="6626228"/>
                </a:lnTo>
                <a:lnTo>
                  <a:pt x="552231" y="6626228"/>
                </a:lnTo>
                <a:lnTo>
                  <a:pt x="552231" y="6544276"/>
                </a:lnTo>
                <a:lnTo>
                  <a:pt x="596420" y="6588218"/>
                </a:lnTo>
                <a:lnTo>
                  <a:pt x="640607" y="6544276"/>
                </a:lnTo>
                <a:lnTo>
                  <a:pt x="640607" y="6626228"/>
                </a:lnTo>
                <a:lnTo>
                  <a:pt x="668233" y="6626228"/>
                </a:lnTo>
                <a:lnTo>
                  <a:pt x="668233" y="6489534"/>
                </a:lnTo>
                <a:lnTo>
                  <a:pt x="653161" y="6489534"/>
                </a:lnTo>
                <a:lnTo>
                  <a:pt x="653160" y="6489534"/>
                </a:lnTo>
                <a:lnTo>
                  <a:pt x="596792" y="6546315"/>
                </a:lnTo>
                <a:lnTo>
                  <a:pt x="539693" y="6489534"/>
                </a:lnTo>
                <a:lnTo>
                  <a:pt x="522773" y="6489534"/>
                </a:lnTo>
                <a:close/>
                <a:moveTo>
                  <a:pt x="419099" y="6550173"/>
                </a:moveTo>
                <a:lnTo>
                  <a:pt x="419098" y="6550172"/>
                </a:lnTo>
                <a:lnTo>
                  <a:pt x="417189" y="6550172"/>
                </a:lnTo>
                <a:lnTo>
                  <a:pt x="417190" y="6550173"/>
                </a:lnTo>
                <a:lnTo>
                  <a:pt x="419099" y="6552071"/>
                </a:lnTo>
                <a:lnTo>
                  <a:pt x="419098" y="6552071"/>
                </a:lnTo>
                <a:lnTo>
                  <a:pt x="419099" y="6552071"/>
                </a:lnTo>
                <a:lnTo>
                  <a:pt x="493259" y="6625821"/>
                </a:lnTo>
                <a:lnTo>
                  <a:pt x="493259" y="6550173"/>
                </a:lnTo>
                <a:lnTo>
                  <a:pt x="419099" y="6550173"/>
                </a:lnTo>
                <a:close/>
                <a:moveTo>
                  <a:pt x="0" y="0"/>
                </a:moveTo>
                <a:lnTo>
                  <a:pt x="12191997" y="0"/>
                </a:lnTo>
                <a:lnTo>
                  <a:pt x="12191997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 dirty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3A3D2473-9F36-446A-A8FA-6492495329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487E1F0-8E2B-D294-12AE-66769DB84F7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DBB09E-07B6-82BF-25AF-60D2713980F8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423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-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7BFE9-BEE7-F58E-6537-4215445B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258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17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5908160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+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1440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A652DD-9EB4-EBCC-D99F-7C1BD35129EA}"/>
              </a:ext>
            </a:extLst>
          </p:cNvPr>
          <p:cNvCxnSpPr>
            <a:cxnSpLocks/>
          </p:cNvCxnSpPr>
          <p:nvPr userDrawn="1"/>
        </p:nvCxnSpPr>
        <p:spPr>
          <a:xfrm>
            <a:off x="533400" y="806092"/>
            <a:ext cx="11125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2E01C5B-B994-ECBE-A728-43FA40CF55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635354"/>
            <a:ext cx="11125200" cy="438139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1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961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8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75120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9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9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22064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466B4D2-38C6-E3E9-D68E-B47FB0924C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10728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97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22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8076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9D0F4-D14E-2391-C035-8D4F022380C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C50C5-83D2-174A-8E01-353653718445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 dirty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732AA259-A6AF-EC29-5532-7F89B2999E1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6E9AE4E-794D-87F2-4C05-6D750127774B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FFB977A-09D9-1892-6CC0-012B3144D78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7024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646CBC-6FE2-3596-CA9A-848AF961AE20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7C4DD-D778-3B47-91CB-0DBEC93C9B2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 dirty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B3261BB-9F2B-9340-9D35-C7D084FF49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432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F8B5E816-7D75-0001-CE5A-06EF94F015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B571E3A-ACB2-CF3F-D682-5A60220C80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6BD859A-D9BF-AD32-D97B-51D39374A711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5519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CB87FB-A401-9C88-F7DA-B4DB9C08974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grpSp>
        <p:nvGrpSpPr>
          <p:cNvPr id="7" name="Graphic 9">
            <a:extLst>
              <a:ext uri="{FF2B5EF4-FFF2-40B4-BE49-F238E27FC236}">
                <a16:creationId xmlns:a16="http://schemas.microsoft.com/office/drawing/2014/main" id="{D9FCE122-784E-9DC6-F7E8-FA43165BFF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2731A90-798F-263D-EA32-25545EDF5D0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B36744D-81AD-D6CF-EAF0-E1488DD39B7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D9AF8CA-E901-40E6-788F-F13F00BA1730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 dirty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0617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D13399-5BEF-EEED-B940-0B118B8114F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B876D-140A-A646-9E95-8CA988F4773F}"/>
              </a:ext>
            </a:extLst>
          </p:cNvPr>
          <p:cNvSpPr txBox="1"/>
          <p:nvPr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dirty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3266A6D4-7FA8-1F50-AF70-17632A9A150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73098" y="3188907"/>
            <a:ext cx="878544" cy="48250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38B71AF-F8A4-A1E9-B960-47978F397A7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D225686-E5A8-A339-D3BA-08D00055A0AB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4205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730ED-7B9D-40FC-B1E0-F1125DD9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16267-223E-41DF-97C0-3C5C64CF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11125200" cy="48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9AE7F-24B1-A64B-B288-B6C5E8A9B846}"/>
              </a:ext>
            </a:extLst>
          </p:cNvPr>
          <p:cNvSpPr txBox="1"/>
          <p:nvPr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C8A3C-DD41-F348-BAAE-28579DC164C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 dirty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aphic 9">
            <a:extLst>
              <a:ext uri="{FF2B5EF4-FFF2-40B4-BE49-F238E27FC236}">
                <a16:creationId xmlns:a16="http://schemas.microsoft.com/office/drawing/2014/main" id="{91938403-5DD2-285C-67C1-6B3077C17C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C8368F7-FE0C-4A9D-A6AC-23CC716F632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327AF6F-810F-21C4-8946-5FD13473973C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093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88" r:id="rId3"/>
    <p:sldLayoutId id="2147484087" r:id="rId4"/>
    <p:sldLayoutId id="2147484054" r:id="rId5"/>
    <p:sldLayoutId id="2147484057" r:id="rId6"/>
    <p:sldLayoutId id="2147484101" r:id="rId7"/>
    <p:sldLayoutId id="2147484059" r:id="rId8"/>
    <p:sldLayoutId id="2147484100" r:id="rId9"/>
    <p:sldLayoutId id="2147484089" r:id="rId10"/>
    <p:sldLayoutId id="2147484098" r:id="rId11"/>
    <p:sldLayoutId id="2147484090" r:id="rId12"/>
    <p:sldLayoutId id="2147484105" r:id="rId13"/>
    <p:sldLayoutId id="2147484104" r:id="rId14"/>
    <p:sldLayoutId id="2147484061" r:id="rId15"/>
    <p:sldLayoutId id="2147484119" r:id="rId16"/>
    <p:sldLayoutId id="2147484120" r:id="rId17"/>
    <p:sldLayoutId id="2147484093" r:id="rId18"/>
    <p:sldLayoutId id="2147484094" r:id="rId19"/>
    <p:sldLayoutId id="2147484075" r:id="rId20"/>
    <p:sldLayoutId id="2147484096" r:id="rId21"/>
    <p:sldLayoutId id="2147484117" r:id="rId22"/>
    <p:sldLayoutId id="2147484076" r:id="rId23"/>
    <p:sldLayoutId id="2147484077" r:id="rId24"/>
    <p:sldLayoutId id="2147484064" r:id="rId25"/>
    <p:sldLayoutId id="2147484116" r:id="rId26"/>
    <p:sldLayoutId id="2147484063" r:id="rId27"/>
    <p:sldLayoutId id="2147484066" r:id="rId28"/>
    <p:sldLayoutId id="2147484065" r:id="rId29"/>
    <p:sldLayoutId id="2147484067" r:id="rId30"/>
    <p:sldLayoutId id="2147484068" r:id="rId31"/>
    <p:sldLayoutId id="2147484074" r:id="rId32"/>
    <p:sldLayoutId id="2147484073" r:id="rId33"/>
    <p:sldLayoutId id="2147484118" r:id="rId34"/>
    <p:sldLayoutId id="2147484086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3936">
          <p15:clr>
            <a:srgbClr val="F26B43"/>
          </p15:clr>
        </p15:guide>
        <p15:guide id="22" orient="horz" pos="4176">
          <p15:clr>
            <a:srgbClr val="F26B43"/>
          </p15:clr>
        </p15:guide>
        <p15:guide id="27" orient="horz" pos="336">
          <p15:clr>
            <a:srgbClr val="5ACBF0"/>
          </p15:clr>
        </p15:guide>
        <p15:guide id="28" orient="horz" pos="3792">
          <p15:clr>
            <a:srgbClr val="5ACBF0"/>
          </p15:clr>
        </p15:guide>
        <p15:guide id="29" pos="336">
          <p15:clr>
            <a:srgbClr val="5ACBF0"/>
          </p15:clr>
        </p15:guide>
        <p15:guide id="30" pos="7344">
          <p15:clr>
            <a:srgbClr val="5ACBF0"/>
          </p15:clr>
        </p15:guide>
        <p15:guide id="31" orient="horz" pos="768">
          <p15:clr>
            <a:srgbClr val="5ACBF0"/>
          </p15:clr>
        </p15:guide>
        <p15:guide id="32" orient="horz" pos="720">
          <p15:clr>
            <a:srgbClr val="5ACBF0"/>
          </p15:clr>
        </p15:guide>
        <p15:guide id="33" orient="horz" pos="2160">
          <p15:clr>
            <a:srgbClr val="FDE53C"/>
          </p15:clr>
        </p15:guide>
        <p15:guide id="34" pos="3840">
          <p15:clr>
            <a:srgbClr val="FDE53C"/>
          </p15:clr>
        </p15:guide>
        <p15:guide id="35" pos="1366">
          <p15:clr>
            <a:srgbClr val="A4A3A4"/>
          </p15:clr>
        </p15:guide>
        <p15:guide id="36" pos="1533">
          <p15:clr>
            <a:srgbClr val="A4A3A4"/>
          </p15:clr>
        </p15:guide>
        <p15:guide id="37" pos="2561">
          <p15:clr>
            <a:srgbClr val="A4A3A4"/>
          </p15:clr>
        </p15:guide>
        <p15:guide id="38" pos="2729">
          <p15:clr>
            <a:srgbClr val="A4A3A4"/>
          </p15:clr>
        </p15:guide>
        <p15:guide id="39" pos="3756">
          <p15:clr>
            <a:srgbClr val="A4A3A4"/>
          </p15:clr>
        </p15:guide>
        <p15:guide id="40" pos="3927">
          <p15:clr>
            <a:srgbClr val="A4A3A4"/>
          </p15:clr>
        </p15:guide>
        <p15:guide id="41" pos="4957">
          <p15:clr>
            <a:srgbClr val="A4A3A4"/>
          </p15:clr>
        </p15:guide>
        <p15:guide id="42" pos="5122">
          <p15:clr>
            <a:srgbClr val="A4A3A4"/>
          </p15:clr>
        </p15:guide>
        <p15:guide id="43" pos="6153">
          <p15:clr>
            <a:srgbClr val="A4A3A4"/>
          </p15:clr>
        </p15:guide>
        <p15:guide id="44" pos="6320">
          <p15:clr>
            <a:srgbClr val="A4A3A4"/>
          </p15:clr>
        </p15:guide>
        <p15:guide id="45" pos="240">
          <p15:clr>
            <a:srgbClr val="FDE53C"/>
          </p15:clr>
        </p15:guide>
        <p15:guide id="46" pos="340">
          <p15:clr>
            <a:srgbClr val="FDE53C"/>
          </p15:clr>
        </p15:guide>
        <p15:guide id="47" pos="7464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Render Smoke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219200"/>
            <a:ext cx="4005072" cy="4800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/>
            </a:pPr>
            <a:r>
              <a:t>- Familiarity is 61%.</a:t>
            </a:r>
          </a:p>
          <a:p>
            <a:pPr>
              <a:spcAft>
                <a:spcPts val="700"/>
              </a:spcAft>
              <a:defRPr sz="1300"/>
            </a:pPr>
            <a:r>
              <a:t>- Consideration is 42%.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812792" y="1219200"/>
          <a:ext cx="6876288" cy="48005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OLLABORATIVE WIREFRAME - 2025 - ARIAL">
  <a:themeElements>
    <a:clrScheme name="Merkle_2025_v2">
      <a:dk1>
        <a:srgbClr val="FFFFFF"/>
      </a:dk1>
      <a:lt1>
        <a:srgbClr val="000000"/>
      </a:lt1>
      <a:dk2>
        <a:srgbClr val="D6D6DF"/>
      </a:dk2>
      <a:lt2>
        <a:srgbClr val="8888A1"/>
      </a:lt2>
      <a:accent1>
        <a:srgbClr val="040E4B"/>
      </a:accent1>
      <a:accent2>
        <a:srgbClr val="0391F2"/>
      </a:accent2>
      <a:accent3>
        <a:srgbClr val="031FA3"/>
      </a:accent3>
      <a:accent4>
        <a:srgbClr val="0328D1"/>
      </a:accent4>
      <a:accent5>
        <a:srgbClr val="60607D"/>
      </a:accent5>
      <a:accent6>
        <a:srgbClr val="DD3038"/>
      </a:accent6>
      <a:hlink>
        <a:srgbClr val="0228D0"/>
      </a:hlink>
      <a:folHlink>
        <a:srgbClr val="0291F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spcAft>
            <a:spcPts val="600"/>
          </a:spcAft>
          <a:defRPr sz="1400" dirty="0" smtClean="0"/>
        </a:defPPr>
      </a:lstStyle>
    </a:txDef>
  </a:objectDefaults>
  <a:extraClrSchemeLst/>
  <a:custClrLst>
    <a:custClr name="Deep Blue">
      <a:srgbClr val="000033"/>
    </a:custClr>
    <a:custClr name="Merkle Blue">
      <a:srgbClr val="040E4B"/>
    </a:custClr>
    <a:custClr name="Gulf Blue">
      <a:srgbClr val="041677"/>
    </a:custClr>
    <a:custClr name="Klein">
      <a:srgbClr val="031FA4"/>
    </a:custClr>
    <a:custClr name="Cobalt">
      <a:srgbClr val="0328D1"/>
    </a:custClr>
    <a:custClr name="Sky Blue">
      <a:srgbClr val="0391F2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Gray Tint">
      <a:srgbClr val="8888A1"/>
    </a:custClr>
    <a:custClr name="Mid Gray">
      <a:srgbClr val="AEAEBC"/>
    </a:custClr>
    <a:custClr name="Mid Gray Tint">
      <a:srgbClr val="D6D6DF"/>
    </a:custClr>
    <a:custClr name="Light Gray">
      <a:srgbClr val="E5E5E9"/>
    </a:custClr>
    <a:custClr name="Light Gray Tint">
      <a:srgbClr val="F2F2F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1" id="{F577E21B-6BB0-7A40-B061-9239A0F990FC}" vid="{3D1DF38F-AC15-D44C-992B-0456502C7A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47B893EFA1394EB5B1AA55FA317E75" ma:contentTypeVersion="13" ma:contentTypeDescription="Create a new document." ma:contentTypeScope="" ma:versionID="9a6ac2d175c600fda77daa0287f6d289">
  <xsd:schema xmlns:xsd="http://www.w3.org/2001/XMLSchema" xmlns:xs="http://www.w3.org/2001/XMLSchema" xmlns:p="http://schemas.microsoft.com/office/2006/metadata/properties" xmlns:ns2="e0e925e5-8fd6-48fe-b51d-d88c4bc5fe9c" xmlns:ns3="47d0b290-ad5d-4712-a365-2695bda5975c" targetNamespace="http://schemas.microsoft.com/office/2006/metadata/properties" ma:root="true" ma:fieldsID="3e7e4032020636eb6743f70967afe5a1" ns2:_="" ns3:_="">
    <xsd:import namespace="e0e925e5-8fd6-48fe-b51d-d88c4bc5fe9c"/>
    <xsd:import namespace="47d0b290-ad5d-4712-a365-2695bda5975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Discipline" minOccurs="0"/>
                <xsd:element ref="ns2:_dlc_DocId" minOccurs="0"/>
                <xsd:element ref="ns2:_dlc_DocIdUrl" minOccurs="0"/>
                <xsd:element ref="ns2:_dlc_DocIdPersistId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e925e5-8fd6-48fe-b51d-d88c4bc5fe9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_dlc_DocId" ma:index="20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1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2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d0b290-ad5d-4712-a365-2695bda597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iscipline" ma:index="19" nillable="true" ma:displayName="Discipline" ma:format="Dropdown" ma:internalName="Disciplin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nalytics &amp; Insights"/>
                    <xsd:enumeration value="CX+C"/>
                    <xsd:enumeration value="Data Platforms"/>
                    <xsd:enumeration value="PLM"/>
                    <xsd:enumeration value="Strategy"/>
                    <xsd:enumeration value="Merkury"/>
                    <xsd:enumeration value="GenCX"/>
                  </xsd:restriction>
                </xsd:simpleType>
              </xsd:element>
            </xsd:sequence>
          </xsd:extension>
        </xsd:complexContent>
      </xsd:complex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9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0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scipline xmlns="47d0b290-ad5d-4712-a365-2695bda5975c" xsi:nil="true"/>
    <_dlc_DocId xmlns="e0e925e5-8fd6-48fe-b51d-d88c4bc5fe9c">DDJM3Y2NRWTH-1098619562-323</_dlc_DocId>
    <_dlc_DocIdUrl xmlns="e0e925e5-8fd6-48fe-b51d-d88c4bc5fe9c">
      <Url>https://globalappsportal.sharepoint.com/sites/Merkle5.1/_layouts/15/DocIdRedir.aspx?ID=DDJM3Y2NRWTH-1098619562-323</Url>
      <Description>DDJM3Y2NRWTH-1098619562-323</Description>
    </_dlc_DocIdUrl>
  </documentManagement>
</p:properties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Props1.xml><?xml version="1.0" encoding="utf-8"?>
<ds:datastoreItem xmlns:ds="http://schemas.openxmlformats.org/officeDocument/2006/customXml" ds:itemID="{D19811AB-F04C-4CB1-906B-120DD81CEC00}">
  <ds:schemaRefs/>
</ds:datastoreItem>
</file>

<file path=customXml/itemProps2.xml><?xml version="1.0" encoding="utf-8"?>
<ds:datastoreItem xmlns:ds="http://schemas.openxmlformats.org/officeDocument/2006/customXml" ds:itemID="{8ED5A302-E581-4954-9104-07BBB2BA16EA}">
  <ds:schemaRefs/>
</ds:datastoreItem>
</file>

<file path=customXml/itemProps3.xml><?xml version="1.0" encoding="utf-8"?>
<ds:datastoreItem xmlns:ds="http://schemas.openxmlformats.org/officeDocument/2006/customXml" ds:itemID="{7175AA37-2E84-4AD4-A69B-19A9990FFAFF}">
  <ds:schemaRefs/>
</ds:datastoreItem>
</file>

<file path=customXml/itemProps4.xml><?xml version="1.0" encoding="utf-8"?>
<ds:datastoreItem xmlns:ds="http://schemas.openxmlformats.org/officeDocument/2006/customXml" ds:itemID="{55D39E11-1D25-4CE1-BD32-66A872E6EE8D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4AFD13C6-E3D9-4152-A512-0C440B106716}">
  <ds:schemaRefs>
    <ds:schemaRef ds:uri="47d0b290-ad5d-4712-a365-2695bda5975c"/>
    <ds:schemaRef ds:uri="e0e925e5-8fd6-48fe-b51d-d88c4bc5fe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7B0028DB-17BA-407A-A5AF-C23BAB683872}">
  <ds:schemaRefs>
    <ds:schemaRef ds:uri="http://schemas.microsoft.com/sharepoint/events"/>
  </ds:schemaRefs>
</ds:datastoreItem>
</file>

<file path=customXml/itemProps7.xml><?xml version="1.0" encoding="utf-8"?>
<ds:datastoreItem xmlns:ds="http://schemas.openxmlformats.org/officeDocument/2006/customXml" ds:itemID="{E15543A8-80BA-4997-B7AD-F61A4B2E048D}">
  <ds:schemaRefs/>
</ds:datastoreItem>
</file>

<file path=customXml/itemProps8.xml><?xml version="1.0" encoding="utf-8"?>
<ds:datastoreItem xmlns:ds="http://schemas.openxmlformats.org/officeDocument/2006/customXml" ds:itemID="{A48A09DB-9412-4CC5-853B-30DF5312F164}">
  <ds:schemaRefs/>
</ds:datastoreItem>
</file>

<file path=customXml/itemProps9.xml><?xml version="1.0" encoding="utf-8"?>
<ds:datastoreItem xmlns:ds="http://schemas.openxmlformats.org/officeDocument/2006/customXml" ds:itemID="{B82A8263-E571-43F3-9E91-8424F188A071}">
  <ds:schemaRefs/>
</ds:datastoreItem>
</file>

<file path=customXml/itemProps10.xml><?xml version="1.0" encoding="utf-8"?>
<ds:datastoreItem xmlns:ds="http://schemas.openxmlformats.org/officeDocument/2006/customXml" ds:itemID="{C45642DC-9A5F-4645-ADA4-4C9C3418D003}">
  <ds:schemaRefs/>
</ds:datastoreItem>
</file>

<file path=customXml/itemProps11.xml><?xml version="1.0" encoding="utf-8"?>
<ds:datastoreItem xmlns:ds="http://schemas.openxmlformats.org/officeDocument/2006/customXml" ds:itemID="{C978122E-4CF7-4DAF-A638-3228CFE4D0E4}">
  <ds:schemaRefs/>
</ds:datastoreItem>
</file>

<file path=customXml/itemProps12.xml><?xml version="1.0" encoding="utf-8"?>
<ds:datastoreItem xmlns:ds="http://schemas.openxmlformats.org/officeDocument/2006/customXml" ds:itemID="{641488FD-1F5F-4710-8EC0-17A522704CC6}">
  <ds:schemaRefs/>
</ds:datastoreItem>
</file>

<file path=customXml/itemProps13.xml><?xml version="1.0" encoding="utf-8"?>
<ds:datastoreItem xmlns:ds="http://schemas.openxmlformats.org/officeDocument/2006/customXml" ds:itemID="{32C947A3-4CBF-434C-A709-03C12B0F1660}">
  <ds:schemaRefs>
    <ds:schemaRef ds:uri="http://purl.org/dc/elements/1.1/"/>
    <ds:schemaRef ds:uri="e0e925e5-8fd6-48fe-b51d-d88c4bc5fe9c"/>
    <ds:schemaRef ds:uri="http://purl.org/dc/dcmitype/"/>
    <ds:schemaRef ds:uri="http://www.w3.org/XML/1998/namespace"/>
    <ds:schemaRef ds:uri="47d0b290-ad5d-4712-a365-2695bda5975c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14.xml><?xml version="1.0" encoding="utf-8"?>
<ds:datastoreItem xmlns:ds="http://schemas.openxmlformats.org/officeDocument/2006/customXml" ds:itemID="{4D8D6E3D-6D95-4645-9B5B-00A02728EFE6}">
  <ds:schemaRefs/>
</ds:datastoreItem>
</file>

<file path=customXml/itemProps15.xml><?xml version="1.0" encoding="utf-8"?>
<ds:datastoreItem xmlns:ds="http://schemas.openxmlformats.org/officeDocument/2006/customXml" ds:itemID="{3A934794-B7B9-40A5-BC3E-83474445FB2C}">
  <ds:schemaRefs/>
</ds:datastoreItem>
</file>

<file path=customXml/itemProps16.xml><?xml version="1.0" encoding="utf-8"?>
<ds:datastoreItem xmlns:ds="http://schemas.openxmlformats.org/officeDocument/2006/customXml" ds:itemID="{1C2D6E68-51DB-4BFD-88E4-E31D99A1A82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 Light</vt:lpstr>
      <vt:lpstr>Proxima Nova</vt:lpstr>
      <vt:lpstr>Aptos</vt:lpstr>
      <vt:lpstr>COLLABORATIVE WIREFRAME - 2025 - ARIAL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Deshpande</dc:creator>
  <cp:lastModifiedBy>Aditya Deshpande</cp:lastModifiedBy>
  <cp:revision>1</cp:revision>
  <dcterms:created xsi:type="dcterms:W3CDTF">2026-06-09T07:57:04Z</dcterms:created>
  <dcterms:modified xsi:type="dcterms:W3CDTF">2026-06-09T07:59:05Z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0x010100EA47B893EFA1394EB5B1AA55FA317E75</vt:lpwstr>
  </property>
  <property fmtid="{D5CDD505-2E9C-101B-9397-08002B2CF9AE}" pid="4" name="_dlc_DocIdItemGuid">
    <vt:lpwstr>4e50d00f-5cf9-4bed-870a-b4af927e6af5</vt:lpwstr>
  </property>
</Properties>
</file>